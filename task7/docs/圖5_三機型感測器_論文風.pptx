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05000" cy="11898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125" y="123428"/>
            <a:ext cx="4881562" cy="3468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4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智元三款四足機器狗：感測器可讀資料與格式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125" y="416520"/>
            <a:ext cx="661962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底層欄位為實機共享記憶體解碼並驗證；高層 SDK 回呼與 ROS 話題為官方文件；★ 標記處為實機量測值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1125" y="714375"/>
            <a:ext cx="4032250" cy="603250"/>
          </a:xfrm>
          <a:prstGeom prst="rect">
            <a:avLst/>
          </a:prstGeom>
          <a:solidFill>
            <a:srgbClr val="DCDAD5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125" y="760809"/>
            <a:ext cx="1005085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D1 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3937" y="815578"/>
            <a:ext cx="106164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輪足・小狗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125" y="1029890"/>
            <a:ext cx="2587128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16 軸（12 腿＋4 輪）　20.6 kg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9750" y="714375"/>
            <a:ext cx="4032250" cy="603250"/>
          </a:xfrm>
          <a:prstGeom prst="rect">
            <a:avLst/>
          </a:prstGeom>
          <a:solidFill>
            <a:srgbClr val="DCDAD5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6750" y="760809"/>
            <a:ext cx="1005085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D1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562" y="815578"/>
            <a:ext cx="106164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輪足・中狗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6750" y="1029890"/>
            <a:ext cx="2423417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16 軸（12 腿＋4 輪）　41 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8375" y="714375"/>
            <a:ext cx="4032250" cy="603250"/>
          </a:xfrm>
          <a:prstGeom prst="rect">
            <a:avLst/>
          </a:prstGeom>
          <a:solidFill>
            <a:srgbClr val="DCDAD5"/>
          </a:solidFill>
          <a:ln w="11112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5375" y="760809"/>
            <a:ext cx="1348878" cy="316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1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D1 MaxPro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8843" y="815578"/>
            <a:ext cx="106164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點足・大狗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375" y="1029890"/>
            <a:ext cx="1270000" cy="2262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12 軸　68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125" y="1423193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125" y="1516260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（甲）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125" y="1713507"/>
            <a:ext cx="1012031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關節狀態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125" y="1949648"/>
            <a:ext cx="906611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16／12 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1125" y="1492250"/>
            <a:ext cx="4032250" cy="1166812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2250" y="1565076"/>
            <a:ext cx="1924595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/dev/shm/spline_shm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6419" y="1592460"/>
            <a:ext cx="1005830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★ 實機驗證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2250" y="1759148"/>
            <a:ext cx="1309687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共享記憶體・唯讀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9875" y="1932582"/>
            <a:ext cx="286915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16 軸　position / velocity / effort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9875" y="2115145"/>
            <a:ext cx="1924843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float32　packed struct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9875" y="2297707"/>
            <a:ext cx="1523007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（無溫度、無電壓）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19750" y="1492250"/>
            <a:ext cx="4032250" cy="1349375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0875" y="1565076"/>
            <a:ext cx="2009179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/dev/shm/joint_state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5044" y="1592460"/>
            <a:ext cx="1005830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★ 實機驗證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0875" y="1759148"/>
            <a:ext cx="2363886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共享記憶體・1 kHz・唯讀不需 root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8500" y="1932582"/>
            <a:ext cx="2299890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16 軸 × 5 欄位　全部 float64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8500" y="2115145"/>
            <a:ext cx="2232917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position  velocity 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8500" y="2297707"/>
            <a:ext cx="171722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temp_C    voltage_V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8500" y="2480270"/>
            <a:ext cx="2527597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base=752  stride=120  name[64]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58375" y="1492250"/>
            <a:ext cx="4032250" cy="1166812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9500" y="1565076"/>
            <a:ext cx="2924224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OnJointStateData ／ rt/lowstate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9500" y="1759148"/>
            <a:ext cx="2072431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高層 SDK 回呼 ／ ROS 1 話題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7125" y="1932582"/>
            <a:ext cx="220612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12 軸　names / positions 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7125" y="2115145"/>
            <a:ext cx="2380257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        velocities / efforts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7125" y="2297707"/>
            <a:ext cx="206548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（底層 SDK 須安裝 ROS 1）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1125" y="2881709"/>
            <a:ext cx="2032992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task6 實機唯讀偵察確認可用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9750" y="2881709"/>
            <a:ext cx="3206749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★ 每關節溫度／電壓是三台唯一　★ 實測 1 kHz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8375" y="2881709"/>
            <a:ext cx="2032992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底層須 ROS 1，本專案未實測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125" y="3090068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125" y="3183135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（乙）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125" y="3380382"/>
            <a:ext cx="603994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IMU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125" y="3616523"/>
            <a:ext cx="937617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姿態／慣性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81125" y="3159125"/>
            <a:ext cx="4032250" cy="1349375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2250" y="3231951"/>
            <a:ext cx="1670843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/dev/shm/imu_shm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6419" y="3259335"/>
            <a:ext cx="1005830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★ 實機驗證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92250" y="3426023"/>
            <a:ext cx="1396503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48 bytes・packed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39875" y="3599457"/>
            <a:ext cx="1911449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ts       size_t   奈秒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39875" y="3782020"/>
            <a:ext cx="193823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acc[3]   float32  m/s²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39875" y="3964582"/>
            <a:ext cx="201190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gyro[3]  float32  rad/s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9875" y="4147145"/>
            <a:ext cx="215924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q[4]     float32  w,x,y,z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19750" y="3159125"/>
            <a:ext cx="4032250" cy="1349375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30875" y="3231951"/>
            <a:ext cx="2009179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/dev/shm/imu_central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5044" y="3259335"/>
            <a:ext cx="1005830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★ 實機驗證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0875" y="3426023"/>
            <a:ext cx="2239863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共享記憶體・數值自 byte 824 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78500" y="3599457"/>
            <a:ext cx="193823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acc[3]   float64  m/s²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78500" y="3782020"/>
            <a:ext cx="201190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gyro[3]  float64  rad/s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78500" y="3964582"/>
            <a:ext cx="2145853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quat[4]  float64  ★ xyzw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78500" y="4147145"/>
            <a:ext cx="2125761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＝ 10 個 f64・6 軸＋四元數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58375" y="3159125"/>
            <a:ext cx="4032250" cy="1166812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9500" y="3231951"/>
            <a:ext cx="2001490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OnImuData（含里程計）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9500" y="3426023"/>
            <a:ext cx="1154658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高層 SDK 回呼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7125" y="3599457"/>
            <a:ext cx="1677044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acc / gyro / 四元數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17125" y="3782020"/>
            <a:ext cx="184447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另有里程計（odometry）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17125" y="3964582"/>
            <a:ext cx="451445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19750" y="4587875"/>
            <a:ext cx="4032250" cy="1166812"/>
          </a:xfrm>
          <a:prstGeom prst="rect">
            <a:avLst/>
          </a:prstGeom>
          <a:solidFill>
            <a:srgbClr val="F2F1EE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30875" y="4660701"/>
            <a:ext cx="2078384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OnImuData ／ OnMcData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30875" y="4854773"/>
            <a:ext cx="2202656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高層 SDK・預設關閉，須自行開啟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78500" y="5028207"/>
            <a:ext cx="3545582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OnImuData  acc/gyro/quat_x,y,z,w   0–100 Hz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78500" y="5210770"/>
            <a:ext cx="299640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OnMcData   quat[4]・世界座標位置/速度/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78500" y="5393332"/>
            <a:ext cx="3324572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           角速度・機體速度・ns 時戳　50 Hz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1125" y="4548584"/>
            <a:ext cx="2071687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6 軸 IMU ＋ 四元數（wxyz）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58375" y="4548584"/>
            <a:ext cx="2187773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6 軸 IMU ＋ 四元數 ＋ 里程計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19750" y="5961062"/>
            <a:ext cx="403225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0875" y="6031706"/>
            <a:ext cx="3290093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⚠ 四元數順序官方自相矛盾 —— 我們採 xyzw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0875" y="6220023"/>
            <a:ext cx="3287861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ImuData 欄位名 xyzw、MotionData 註解寫 wxyz。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30875" y="6370835"/>
            <a:ext cx="3969990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★ M7/M8 十餘趟 roll/pitch 均合理，且重力對齊後支撐腳歸零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30875" y="6537523"/>
            <a:ext cx="3232050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旁證充分，惟刻意平放的 xyzw／wxyz 對照尚未執行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125" y="6987381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125" y="7080448"/>
            <a:ext cx="808632" cy="248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（丙）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125" y="7277695"/>
            <a:ext cx="1012031" cy="2639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9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外部感測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125" y="7513835"/>
            <a:ext cx="937617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光達／影像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81125" y="7056437"/>
            <a:ext cx="4032250" cy="849312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92250" y="7226895"/>
            <a:ext cx="98722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光達／點雲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14625" y="7231459"/>
            <a:ext cx="704453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✗　無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92250" y="7425332"/>
            <a:ext cx="585390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影像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14625" y="7429896"/>
            <a:ext cx="859234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✓　RTSP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92250" y="7623770"/>
            <a:ext cx="1074291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超音波・RTK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14625" y="7628334"/>
            <a:ext cx="704453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✗　無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19750" y="7056437"/>
            <a:ext cx="4032250" cy="1643062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30875" y="7226895"/>
            <a:ext cx="98722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光達／點雲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53250" y="7231459"/>
            <a:ext cx="2258714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✓　前後各 1 顆 96 線（Airy）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53250" y="7429896"/>
            <a:ext cx="2091035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/front_lidar  /rear_lidar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53250" y="7628334"/>
            <a:ext cx="2490886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PointCloud2　10 Hz　best_effort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30875" y="7822207"/>
            <a:ext cx="1147960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光達內建 IMU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53250" y="7826771"/>
            <a:ext cx="2658566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/front_lidar/imu  /rear_lidar/imu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730875" y="8020645"/>
            <a:ext cx="585390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影像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53250" y="8025209"/>
            <a:ext cx="2187773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✓　RTSP 前後 800 萬畫素廣角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30875" y="8219082"/>
            <a:ext cx="940345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超音波 ×2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3250" y="8223646"/>
            <a:ext cx="3226097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/uss_driver/uss_{left,right}/range  10 Hz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30875" y="8417520"/>
            <a:ext cx="538509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RTK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3250" y="8422084"/>
            <a:ext cx="885031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/rtk_pvh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58375" y="7056437"/>
            <a:ext cx="4032250" cy="849312"/>
          </a:xfrm>
          <a:prstGeom prst="rect">
            <a:avLst/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69500" y="7226895"/>
            <a:ext cx="98722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光達／點雲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91875" y="7231459"/>
            <a:ext cx="917277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✓　96 線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69500" y="7425332"/>
            <a:ext cx="585390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影像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91875" y="7429896"/>
            <a:ext cx="859234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✓　RTSP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9500" y="7623770"/>
            <a:ext cx="987226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導航／建圖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91875" y="7628334"/>
            <a:ext cx="1091406" cy="196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✓　官方提供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19750" y="8794750"/>
            <a:ext cx="4032250" cy="1531937"/>
          </a:xfrm>
          <a:prstGeom prst="rect">
            <a:avLst/>
          </a:prstGeom>
          <a:solidFill>
            <a:srgbClr val="F2F1EE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30875" y="8867576"/>
            <a:ext cx="1394023" cy="233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感測器安裝位置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30875" y="9061648"/>
            <a:ext cx="2804169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相對 BASE 原點（m）・URDF＋手冊交叉核對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78500" y="9235082"/>
            <a:ext cx="279548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IMU_ICM42688 運控   (0, 0, 0.0362)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78500" y="9417645"/>
            <a:ext cx="279548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IMU_LUA300C  車規   (0, 0, 0.0569)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78500" y="9600207"/>
            <a:ext cx="3344664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光達 前/後          (±0.4043, 0, −0.0377)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78500" y="9782770"/>
            <a:ext cx="328438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相機 前/後          (±0.4123, 0,  0.0378)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78500" y="9965332"/>
            <a:ext cx="3505398" cy="20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A1A1A"/>
                </a:solidFill>
                <a:latin typeface="Noto Sans Mono CJK TC"/>
                <a:ea typeface="Noto Sans Mono CJK TC"/>
                <a:cs typeface="Noto Sans Mono CJK TC"/>
              </a:rPr>
              <a:t>超音波              (0.1792, ∓0.1002, 0.05)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30875" y="10371335"/>
            <a:ext cx="4794746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⚠ URDF 的 IMU_LUA300C 寫 0.00569，手冊是 56.9 mm —— URDF 少一個零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5125" y="10654506"/>
            <a:ext cx="13874750" cy="11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5125" y="10738643"/>
            <a:ext cx="2553890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圖 5・三款機型的感測器可讀資料。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65125" y="10929143"/>
            <a:ext cx="9631164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（甲）關節：三台都讀得到角度／角速度／力矩。D1 Max 是唯一附每關節溫度與電壓的，且底層 joint_state 實測更新率 1 kHz、唯讀不需 root。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125" y="11119643"/>
            <a:ext cx="12180093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（乙）IMU：三台都是 6 軸（加速度 3＋角速度 3）＋四元數。D1 EDU 底層是 float32、D1 Max 底層是 float64；D1 Max 機上其實有兩顆 IMU（運控用 ICM42688、車規級 LUA300C）。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65125" y="11310143"/>
            <a:ext cx="7665640" cy="211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1A1A1A"/>
                </a:solidFill>
                <a:latin typeface="Noto Serif CJK TC"/>
                <a:ea typeface="Noto Serif CJK TC"/>
                <a:cs typeface="Noto Serif CJK TC"/>
              </a:rPr>
              <a:t>（丙）外部感測：D1 EDU 沒有光達；D1 Max 與 MaxPro 都是 96 線，但 D1 Max 是前後各一顆並附超音波與 RTK。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125" y="11577835"/>
            <a:ext cx="9867304" cy="1885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6B6B6B"/>
                </a:solidFill>
                <a:latin typeface="Noto Serif CJK TC"/>
                <a:ea typeface="Noto Serif CJK TC"/>
                <a:cs typeface="Noto Serif CJK TC"/>
              </a:rPr>
              <a:t>註：四元數順序在 D1 EDU 與 D1 Max 上都踩過坑 —— 官方文件互相矛盾。D1 Max 目前採 xyzw，十餘趟實機旁證一致，但刻意平放的 xyzw／wxyz 對照實驗尚未執行。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